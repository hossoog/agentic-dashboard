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v1.4.0 — Agent Detection &amp; Pipeline Rewrite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2026-03-29 — 2026-04-03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560320" cy="45720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Abgeschlossen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AgenticExplorer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Sprint-Ziele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wollten wir erreichen?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Agenten-Erkennung im Rust-Backend komplett neu schreiben (Unicode-Patterns, Hierarchie-Tracking)</a:t>
            </a:r>
            <a:endParaRPr lang="en-US" sz="1800" dirty="0"/>
          </a:p>
          <a:p>
            <a:pPr marL="342900" indent="-342900">
              <a:buSzPct val="100000"/>
              <a:buChar char="✓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Frontend-Datenmodell fuer Agenten-Baum und Task-Tree erweitern</a:t>
            </a:r>
            <a:endParaRPr lang="en-US" sz="1800" dirty="0"/>
          </a:p>
          <a:p>
            <a:pPr marL="342900" indent="-342900">
              <a:buSzPct val="100000"/>
              <a:buChar char="✓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Pipeline-Ansicht von isometrischer Karte zu Aufgaben-Baum umbauen</a:t>
            </a:r>
            <a:endParaRPr lang="en-US" sz="1800" dirty="0"/>
          </a:p>
          <a:p>
            <a:pPr marL="342900" indent="-342900">
              <a:buSzPct val="100000"/>
              <a:buChar char="✓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Test-Abdeckung und Performance-Messung systematisch aufbauen</a:t>
            </a:r>
            <a:endParaRPr lang="en-US" sz="1800" dirty="0"/>
          </a:p>
          <a:p>
            <a:pPr marL="342900" indent="-342900">
              <a:buSzPct val="100000"/>
              <a:buChar char="✓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Kritische Sicherheitsluecken schliessen und QA-Infrastruktur einfuehren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5303520"/>
            <a:ext cx="3657600" cy="54864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5303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Ziele erreicht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wichtigsten Errungenschaften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Agenten-Erkennung komplett ueberarbeitet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App erkennt jetzt Claude-Agenten, ihre Hierarchie und Aufgaben in Echtzeit — abgesichert durch 36 Rust-Unit-Tests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468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Aufgaben-Baum-Ansicht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834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Pipeline-Visualisierung zeigt Agenten-Aufgaben als uebersichtlichen Baum statt abstrakter isometrischer Kacheln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kritische Sicherheitsluecken geschlossen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Shell-Injection bei Session-Wiederaufnahme, unsichere Browser-Richtlinien und fehlende Zeitlimits fuer externe Prozesse behoben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663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Qualitaetssicherung eingefuehrt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5029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Pre-Commit-Hooks und CI-Pipeline pruefen Code automatisch vor jedem Commit (TypeScript, ESLint, Rust)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8064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806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5760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Test-Abdeckung fast verdoppelt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281 auf 474 Tests (+193 neue), mit automatischer Coverage-Schwelle in der CI-Pipeline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in Zahlen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Metriken auf einen Blick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erledigt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3716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508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10896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gemerged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3716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508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7607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13716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508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1248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 geaendert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37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+8923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Zeilen hinzugefuegt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32004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3337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-1127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108960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Zeilen entfernt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32004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3337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760720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gesamt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412480" y="32004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3337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+193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412480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Tests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+7796 Zeilen netto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Qualitaet &amp; Sicherheit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fuer die Stabilitaet getan haben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Bereich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 Hooks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Quality Gates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Behobene Sicherheitsprobleme: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Shell-Injection-Schutz bei Session-Wiederaufnahme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Content-Security-Policy gehaertet (unsafe-eval entfernt)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Zeitlimits fuer alle externen Prozesse (gh, git, claude)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aus diesem Sprint mitnehmen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und lokal muessen identisch pruefen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74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Rust-Formatting lief nur in CI. Release schlug sofort fehl. Jede CI-Pruefung muss auch im Pre-Commit-Hook laufen.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gehoert in jede Phase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154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Releases ohne einen neuen Test erschienen. Tests gehoeren zum Feature, nicht in eine eigene Phase.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023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Sicherheits-Features brauchen Tests als Waechter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434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Backup-Logik wurde bei einem Refactor stillschweigend entfernt, weil kein Test Alarm schlug.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kommt als naechstes?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Naechster Sprint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v1.5.0 — Stabilisierung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offene Issues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Fokus-Bereiche: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192024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Security-Haertung (Input-Validierung, Path-Traversal)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Test-Coverage auf 70% erhoehen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Schulden abbauen (Dead Code, Store-Duplikation)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Markdown-Editor polieren (Unsaved-Changes, Dateibrowser)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v2.0 — Multi-Session-Orchestrierung und erweiterte Agent-Steuerung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oder Anmerkungen?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50292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v1.4.0 — Agent Detection &amp; Pipeline Rewrite — Sprint Review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Review: v1.4.0 — Agent Detection &amp; Pipeline Rewrite</dc:title>
  <dc:subject>Automatisch generierte Sprint-Review Praesentation</dc:subject>
  <dc:creator>AgenticExplorer — Sprint Review Skill</dc:creator>
  <cp:lastModifiedBy>AgenticExplorer — Sprint Review Skill</cp:lastModifiedBy>
  <cp:revision>1</cp:revision>
  <dcterms:created xsi:type="dcterms:W3CDTF">2026-04-04T15:05:08Z</dcterms:created>
  <dcterms:modified xsi:type="dcterms:W3CDTF">2026-04-04T15:05:08Z</dcterms:modified>
</cp:coreProperties>
</file>