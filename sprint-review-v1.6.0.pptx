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Issues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v1.5.0/v1.5.1</c:v>
                  </c:pt>
                  <c:pt idx="1">
                    <c:v>v1.5.0/v1.5.1</c:v>
                  </c:pt>
                  <c:pt idx="2">
                    <c:v>v1.6.0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</c:v>
                </c:pt>
                <c:pt idx="1">
                  <c:v>20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PRs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v1.5.0/v1.5.1</c:v>
                  </c:pt>
                  <c:pt idx="1">
                    <c:v>v1.5.0/v1.5.1</c:v>
                  </c:pt>
                  <c:pt idx="2">
                    <c:v>v1.6.0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</c:v>
                </c:pt>
                <c:pt idx="1">
                  <c:v>33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Coverage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0B981"/>
              </a:solidFill>
              <a:effectLst/>
            </c:spPr>
          </c:dPt>
          <c:dPt>
            <c:idx val="1"/>
            <c:bubble3D val="0"/>
            <c:spPr>
              <a:solidFill>
                <a:srgbClr val="E5E7E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Abgedeckt</c:v>
                </c:pt>
                <c:pt idx="1">
                  <c:v>Offen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83</c:v>
                </c:pt>
                <c:pt idx="1">
                  <c:v>17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Starten Sie mit der provokanten Aussage und lassen Sie sie kurz wirken. Betonen Sie den Kontrast zwischen 'vorher' und 'nachher'. Das ist die Geschichte dieses Sprints: von unzureichender Qualitaetssicherung zu einem robusten Schutznetz.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Erklaeren Sie, warum Qualitaet jetzt Prioritaet hatte: Die Software wuchs schnell, aber die automatischen Pruefungen hielten nicht Schritt. Dieser Sprint schliesst diese Luecke. Alle fuenf Ziele wurden vollstaendig erreicht.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Heben Sie hervor, dass die Herausforderungen durch clevere Organisation geloest wurden, nicht durch Mehrarbeit. Paralleles Arbeiten mit 6 Teams war der Schluessel. Die Sprachbereinigung in 45 Dateien zeigt die Sorgfalt des Teams.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Dies ist der Wow-Moment: 912 automatische Tests schuetzen 83% der Software. Jede Aenderung wird geprueft bevor sie in die Software kommt. Das ist das Sicherheitsnetz, das bisher fehlte.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Gehen Sie die wichtigsten Punkte durch und betonen Sie den Nutzen fuer die Anwender. Die Konfigurations-Bibliothek und die reparierten Ansichten sind die sichtbarsten Verbesserungen. Weisen Sie darauf hin, dass auch 'unsichtbare' Verbesserungen (Architektur, Fehlerbehandlung) langfristig Stabilitaet bringen.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Betonen Sie die Steigerung gegenueber dem Vorsprint: 20 Issues (vorher 8), 33 PRs (vorher 8), 47 Commits (vorher 11). Diese Produktivitaet ist das Ergebnis der parallelen Arbeitsweise mit mehreren Teams.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83% Testabdeckung ist ein starker Wert fuer eine Desktop-Anwendung. Der woechentliche Sicherheitsscan stellt sicher, dass bekannte Schwachstellen in Bibliotheken automatisch erkannt werden. Qualitaet ist jetzt kein Versprechen mehr, sondern messbar.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 drei Lessons sind strategisch wertvoll: Paralleles Arbeiten skaliert (aber mit Regeln), systematische Analyse ist Einzelpruefungen ueberlegen, und bei paralleler Arbeit muessen Abhaengigkeiten explizit verfolgt werden. Diese Erkenntnisse fliessen in zukuenftige Sprints ein.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Danken Sie dem Entwickler fuer die intensive Arbeit. 47 Commits in 2 Tagen, koordiniert mit bis zu 6 parallelen Teams. Hervorheben: Die Sprint-Methodik (parallele KI-Teams, systematische Reviews) ist ein Multiplikator.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Version 2.0 steht an. Das Qualitaetsfundament ist jetzt gelegt — zukuenftige Features stehen auf einem soliden Boden. Die Frage an die Stakeholder einleiten: Welche Funktionen sind am wichtigsten?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Greifen Sie den Hook auf: 'Vor einer Woche — 47%. Heute — 83%.' Schliessen Sie mit dem Ausblick, dass dieses Qualitaetsniveau die Grundlage fuer alle zukuenftigen Erweiterungen 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NDARD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AgenticExplorer — Sprint Review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6640" y="65151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RO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3A5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hossoOG/agentic-dashboard/issues/66" TargetMode="External"/><Relationship Id="rId2" Type="http://schemas.openxmlformats.org/officeDocument/2006/relationships/hyperlink" Target="https://github.com/hossoOG/agentic-dashboard/issues/110" TargetMode="External"/><Relationship Id="rId3" Type="http://schemas.openxmlformats.org/officeDocument/2006/relationships/hyperlink" Target="https://github.com/hossoOG/agentic-dashboard/issues/100" TargetMode="External"/><Relationship Id="rId4" Type="http://schemas.openxmlformats.org/officeDocument/2006/relationships/hyperlink" Target="https://github.com/hossoOG/agentic-dashboard/issues/104" TargetMode="External"/><Relationship Id="rId5" Type="http://schemas.openxmlformats.org/officeDocument/2006/relationships/hyperlink" Target="https://github.com/hossoOG/agentic-dashboard/issues/101" TargetMode="External"/><Relationship Id="rId6" Type="http://schemas.openxmlformats.org/officeDocument/2006/relationships/hyperlink" Target="https://github.com/hossoOG/agentic-dashboard/issues/116" TargetMode="External"/><Relationship Id="rId7" Type="http://schemas.openxmlformats.org/officeDocument/2006/relationships/hyperlink" Target="https://github.com/hossoOG/agentic-dashboard/issues/132" TargetMode="External"/><Relationship Id="rId8" Type="http://schemas.openxmlformats.org/officeDocument/2006/relationships/hyperlink" Target="https://github.com/hossoOG/agentic-dashboard/issues/134" TargetMode="External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Sprint Review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10058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Vor einer Woche deckte unsere automatische Fehlererkennung weniger als die Haelfte der Software ab — heute sind es 83 Prozent.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3840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Qualitaetsoffensive &amp; Software-Bereinigung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45720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2026-04-05 — 2026-04-07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5303520"/>
            <a:ext cx="2286000" cy="411480"/>
          </a:xfrm>
          <a:prstGeom prst="roundRect">
            <a:avLst>
              <a:gd name="adj" fmla="val 33333"/>
            </a:avLst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3035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Abgeschlossen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Sprint-Ziel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Was wollten wir erreichen?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515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✓"/>
            </a:pPr>
            <a:r>
              <a:rPr lang="en-US" sz="1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Automatische Fehlererkennung von 47% auf ueber 80% ausbauen</a:t>
            </a:r>
            <a:endParaRPr lang="en-US" sz="1600" dirty="0"/>
          </a:p>
          <a:p>
            <a:pPr marL="342900" indent="-342900">
              <a:buSzPct val="100000"/>
              <a:buChar char="✓"/>
            </a:pPr>
            <a:r>
              <a:rPr lang="en-US" sz="1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Bekannte Oberflaechenfehler systematisch beheben</a:t>
            </a:r>
            <a:endParaRPr lang="en-US" sz="1600" dirty="0"/>
          </a:p>
          <a:p>
            <a:pPr marL="342900" indent="-342900">
              <a:buSzPct val="100000"/>
              <a:buChar char="✓"/>
            </a:pPr>
            <a:r>
              <a:rPr lang="en-US" sz="1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Interne Software-Architektur bereinigen und vereinfachen</a:t>
            </a:r>
            <a:endParaRPr lang="en-US" sz="1600" dirty="0"/>
          </a:p>
          <a:p>
            <a:pPr marL="342900" indent="-342900">
              <a:buSzPct val="100000"/>
              <a:buChar char="✓"/>
            </a:pPr>
            <a:r>
              <a:rPr lang="en-US" sz="1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Konfigurations-Uebersicht komplett erneuern — alle Einstellungen auf einen Blick</a:t>
            </a:r>
            <a:endParaRPr lang="en-US" sz="1600" dirty="0"/>
          </a:p>
          <a:p>
            <a:pPr marL="342900" indent="-342900">
              <a:buSzPct val="100000"/>
              <a:buChar char="✓"/>
            </a:pPr>
            <a:r>
              <a:rPr lang="en-US" sz="1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Barrierefreiheit und Benutzerfreundlichkeit nach Experten-Analyse verbessern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0480" y="5303520"/>
            <a:ext cx="4114800" cy="502920"/>
          </a:xfrm>
          <a:prstGeom prst="roundRect">
            <a:avLst>
              <a:gd name="adj" fmla="val 27273"/>
            </a:avLst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0" y="530352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Alle Ziele erreicht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6640" y="65151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Herausforderung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 es wirklich schwierig wurde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73152" cy="11887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5" name="Shape 3"/>
          <p:cNvSpPr/>
          <p:nvPr/>
        </p:nvSpPr>
        <p:spPr>
          <a:xfrm>
            <a:off x="594360" y="1371600"/>
            <a:ext cx="10789920" cy="1188720"/>
          </a:xfrm>
          <a:prstGeom prst="roundRect">
            <a:avLst>
              <a:gd name="adj" fmla="val 6154"/>
            </a:avLst>
          </a:prstGeom>
          <a:solidFill>
            <a:srgbClr val="F3F4F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463040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241 automatische Pruefungen in einer Sitzung erstellen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192024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Durch paralleles Arbeiten mit 6 spezialisierten Teams konnten alle Pruefungen zeitgleich geschrieben und zusammengefuehrt werden — ohne dass sich die Aenderungen gegenseitig blockierten.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834640"/>
            <a:ext cx="73152" cy="11887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9" name="Shape 7"/>
          <p:cNvSpPr/>
          <p:nvPr/>
        </p:nvSpPr>
        <p:spPr>
          <a:xfrm>
            <a:off x="594360" y="2834640"/>
            <a:ext cx="10789920" cy="1188720"/>
          </a:xfrm>
          <a:prstGeom prst="roundRect">
            <a:avLst>
              <a:gd name="adj" fmla="val 6154"/>
            </a:avLst>
          </a:prstGeom>
          <a:solidFill>
            <a:srgbClr val="F3F4F6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926080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Sprachbereinigung in 45 Dateien gleichzeitig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338328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Die Korrektur von Sonderzeichen in der gesamten Oberflaeche erforderte eine sorgfaeltige Zusammenfuehrung, um keine anderen Aenderungen zu ueberschreiben.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297680"/>
            <a:ext cx="73152" cy="11887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3" name="Shape 11"/>
          <p:cNvSpPr/>
          <p:nvPr/>
        </p:nvSpPr>
        <p:spPr>
          <a:xfrm>
            <a:off x="594360" y="4297680"/>
            <a:ext cx="10789920" cy="1188720"/>
          </a:xfrm>
          <a:prstGeom prst="roundRect">
            <a:avLst>
              <a:gd name="adj" fmla="val 6154"/>
            </a:avLst>
          </a:prstGeom>
          <a:solidFill>
            <a:srgbClr val="F3F4F6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389120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Systematische Oberflaechenanalyse mit 5 KI-Experten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484632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Fuenf spezialisierte Analyseteams (Benutzerfreundlichkeit, Design, Barrierefreiheit, Leistung, Textqualitaet) haben unabhaengig geprueft — ein Moderator hat die Ergebnisse priorisiert und zusammengefasst.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6640" y="65151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Durchbruch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 Highlight des Sprints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914400" y="1645920"/>
            <a:ext cx="10058400" cy="3200400"/>
          </a:xfrm>
          <a:prstGeom prst="roundRect">
            <a:avLst>
              <a:gd name="adj" fmla="val 4286"/>
            </a:avLst>
          </a:prstGeom>
          <a:solidFill>
            <a:srgbClr val="F3F4F6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201168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912 automatische Pruefungen schuetzen jetzt 83% der Software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371600" y="3200400"/>
            <a:ext cx="9144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Die automatische Fehlererkennung wurde von 47% auf 83% fast verdoppelt. Jede Aenderung wird jetzt automatisch auf Fehler geprueft, bevor sie in die Software einfliessen kann — das schuetzt vor unbeabsichtigten Problemen.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6640" y="65151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Lieferumfang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Alles, was jetzt neu funktioniert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53035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</a:rPr>
              <a:t>[object Object],[object Object],[object Object]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</a:rPr>
              <a:t>[object Object],[object Object],[object Object]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</a:rPr>
              <a:t>[object Object],[object Object],[object Object]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</a:rPr>
              <a:t>[object Object],[object Object],[object Object]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35040" y="1371600"/>
            <a:ext cx="53035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</a:rPr>
              <a:t>[object Object],[object Object],[object Object]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</a:rPr>
              <a:t>[object Object],[object Object],[object Object]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</a:rPr>
              <a:t>[object Object],[object Object],[object Object]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</a:rPr>
              <a:t>[object Object],[object Object],[object Object]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6640" y="65151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Sprint in Zahlen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 Wichtigste auf einen Blick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F3F4F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5087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22402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Aufgaben erledigt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5603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+12 vs. letzter Sprint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137160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F3F4F6"/>
          </a:solidFill>
          <a:ln/>
        </p:spPr>
      </p:sp>
      <p:sp>
        <p:nvSpPr>
          <p:cNvPr id="9" name="Text 7"/>
          <p:cNvSpPr/>
          <p:nvPr/>
        </p:nvSpPr>
        <p:spPr>
          <a:xfrm>
            <a:off x="3291840" y="15087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33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291840" y="22402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Aenderungen integriert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91840" y="25603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+25 vs. letzter Sprint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137160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F3F4F6"/>
          </a:solidFill>
          <a:ln/>
        </p:spPr>
      </p:sp>
      <p:sp>
        <p:nvSpPr>
          <p:cNvPr id="13" name="Text 11"/>
          <p:cNvSpPr/>
          <p:nvPr/>
        </p:nvSpPr>
        <p:spPr>
          <a:xfrm>
            <a:off x="6126480" y="15087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47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6126480" y="22402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Einzelschritte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26480" y="25603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+36 vs. letzter Sprint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961120" y="137160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F3F4F6"/>
          </a:solidFill>
          <a:ln/>
        </p:spPr>
      </p:sp>
      <p:sp>
        <p:nvSpPr>
          <p:cNvPr id="17" name="Text 15"/>
          <p:cNvSpPr/>
          <p:nvPr/>
        </p:nvSpPr>
        <p:spPr>
          <a:xfrm>
            <a:off x="8961120" y="15087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912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8961120" y="22402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Automatische Tests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961120" y="25603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+241 vs. letzter Sprint</a:t>
            </a:r>
            <a:endParaRPr lang="en-US" sz="10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1371600" y="3474720"/>
          <a:ext cx="914400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6640" y="65151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Qualitaet &amp; Sicherheit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Was ihr nicht sehen koennt — aber spueren werdet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280160"/>
          <a:ext cx="36576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274320" y="4572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Testabdeckung: 83%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0" y="12801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Risiko-Radar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572000" y="1901952"/>
            <a:ext cx="256032" cy="25603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8" name="Text 5"/>
          <p:cNvSpPr/>
          <p:nvPr/>
        </p:nvSpPr>
        <p:spPr>
          <a:xfrm>
            <a:off x="5029200" y="18288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Sitzungen koennen noch nicht umbenannt werden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0" y="438912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Geschlossene Sicherheitsluecken: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0" y="4754880"/>
            <a:ext cx="68580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Automatischer woechentlicher Sicherheitsscan fuer alle verwendeten Bibliotheken eingerichtet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 Backend-Integrationstests fuer kritische Systemfunktionen ergaenzt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6640" y="65151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Erkenntnisse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Was wir beim naechsten Mal anders machen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0972800" cy="1097280"/>
          </a:xfrm>
          <a:prstGeom prst="roundRect">
            <a:avLst>
              <a:gd name="adj" fmla="val 6667"/>
            </a:avLst>
          </a:prstGeom>
          <a:solidFill>
            <a:srgbClr val="F3F4F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146304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Paralleles Arbeiten mit spezialisierten Teams skaliert hervorragend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87452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241 automatische Pruefungen in einer Sitzung — moeglich durch 6 unabhaengige Teams, die sich nicht gegenseitig blockieren. Entscheidend: die breiteste Aenderung wird zuletzt zusammengefuehrt.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743200"/>
            <a:ext cx="10972800" cy="1097280"/>
          </a:xfrm>
          <a:prstGeom prst="roundRect">
            <a:avLst>
              <a:gd name="adj" fmla="val 6667"/>
            </a:avLst>
          </a:prstGeom>
          <a:solidFill>
            <a:srgbClr val="E5E7EB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8346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8720" y="283464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Systematische Experten-Analyse findet Probleme, die Einzelpruefungen uebersehen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8720" y="324612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Fuenf unabhaengige Perspektiven (Bedienung, Design, Barrierefreiheit, Leistung, Textqualitaet) deckten 8 priorisierte Verbesserungen auf. Wenn drei Experten dasselbe Problem sehen, ist es ein echtes Problem.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114800"/>
            <a:ext cx="10972800" cy="1097280"/>
          </a:xfrm>
          <a:prstGeom prst="roundRect">
            <a:avLst>
              <a:gd name="adj" fmla="val 6667"/>
            </a:avLst>
          </a:prstGeom>
          <a:solidFill>
            <a:srgbClr val="F3F4F6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2062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8720" y="420624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Abhaengigkeiten aus paralleler Arbeit muessen explizit mitverfolgt werden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8720" y="461772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Eine neue Softwarebibliothek wurde zwar installiert, aber nicht in die Aenderungsliste aufgenommen. Der Build funktionierte lokal, scheiterte aber beim Zusammenfuehren. Loesung: Checkliste fuer neue Abhaengigkeiten.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6640" y="65151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 &amp; Danke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0515600" cy="1645920"/>
          </a:xfrm>
          <a:prstGeom prst="roundRect">
            <a:avLst>
              <a:gd name="adj" fmla="val 5556"/>
            </a:avLst>
          </a:prstGeom>
          <a:solidFill>
            <a:srgbClr val="F3F4F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459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Hovsep Aroyan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Gesamte Sprint-Planung, Implementierung und Koordination (47 Commits)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6640" y="65151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Ausblick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Wohin das fuehrt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303520" cy="1645920"/>
          </a:xfrm>
          <a:prstGeom prst="roundRect">
            <a:avLst>
              <a:gd name="adj" fmla="val 5556"/>
            </a:avLst>
          </a:prstGeom>
          <a:solidFill>
            <a:srgbClr val="F3F4F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630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Naechster Sprint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v2.0 — Naechste grosse Version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3774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offene Aufgaben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217920" y="14630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Fokus-Bereiche: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217920" y="192024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Sitzungen umbenennen und besser organisieren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Erweiterte Editor-Funktionen (Aenderungswarnungen, Dateibrowser)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Workflow-Automatisierung nach erkannten Projektmustern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474720"/>
            <a:ext cx="10972800" cy="822960"/>
          </a:xfrm>
          <a:prstGeom prst="roundRect">
            <a:avLst>
              <a:gd name="adj" fmla="val 11111"/>
            </a:avLst>
          </a:prstGeom>
          <a:solidFill>
            <a:srgbClr val="1E3A5F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4747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Roadmap: Version 2.0 bringt die naechste grosse Funktionserweiterung — aufbauend auf dem jetzt soliden Qualitaetsfundament.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4754880"/>
            <a:ext cx="10972800" cy="91440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47548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❓  Welche Funktionen wuenschen Sie sich am meisten fuer die naechste Version?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6640" y="65151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Vor einer Woche deckte unsere automatische Fehlererkennung weniger als die Haelfte der Software ab — heute sind es 83 Prozent.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0" y="3200400"/>
            <a:ext cx="1219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Und das ist erst der Anfang.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0" y="4389120"/>
            <a:ext cx="1219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Fragen? Feedback? Ideen?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0" y="566928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Qualitaetsoffensive &amp; Software-Bereinigung — Sprint Review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Sprint Review: Qualitaetsoffensive &amp; Software-Bereinigung</dc:title>
  <dc:subject>Automatisch generierte Sprint-Review Praesentation</dc:subject>
  <dc:creator>AgenticExplorer — Sprint Review Skill v2</dc:creator>
  <cp:lastModifiedBy>AgenticExplorer — Sprint Review Skill v2</cp:lastModifiedBy>
  <cp:revision>1</cp:revision>
  <dcterms:created xsi:type="dcterms:W3CDTF">2026-04-08T07:44:22Z</dcterms:created>
  <dcterms:modified xsi:type="dcterms:W3CDTF">2026-04-08T07:44:22Z</dcterms:modified>
</cp:coreProperties>
</file>